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spPr>
            <a:solidFill>
              <a:srgbClr val="3CE8A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6EDF3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A-S Fed
P&amp;L var</c:v>
                  </c:pt>
                  <c:pt idx="1">
                    <c:v>A-S BTC
P&amp;L var</c:v>
                  </c:pt>
                  <c:pt idx="2">
                    <c:v>Blend Fed
Brier</c:v>
                  </c:pt>
                  <c:pt idx="3">
                    <c:v>Blend BTC
Brier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37.4</c:v>
                </c:pt>
                <c:pt idx="1">
                  <c:v>60.2</c:v>
                </c:pt>
                <c:pt idx="2">
                  <c:v>4.1</c:v>
                </c:pt>
                <c:pt idx="3">
                  <c:v>9.6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6EDF3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3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6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2631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6313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CrowdArb is a live engine that measures and acts on disagreements between prediction-market crowds and professional financial markets on the same binary events. The panel is the sharpest real example from the project: Polymarket priced a Fed outcome at 20% while the professional futures market implied 0% — a clean 20-point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sources are legitimate but they price the same event differently. Rather than treating the difference as noise, CrowdArb treats the gap itself as the object of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Fed decisions the professional side is CME Fed Funds futures; for crypto price levels it is Black-Scholes on Deribit implied vol. Both are reduced to a probability of the same binary event and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has a single responsibility and feeds the next. Everything talks to the common MarketPair interface, so the pipeline body has no market-specific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0 is the whole point of the project: getting a clean, independent professional probability for the exact same event the crowd is pricing. The Fed side replicates CME FedWatch's algebra from free futures data after CME blocked direct API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that works well in the room: the maker treats inventory like a hand of cards it doesn't want too many of — as it accumulates one side, it moves its prices to encourage the other side. That control is what collapses the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Hedge is a classic online-learning algorithm; here the 'experts' are the two probability sources. Over a sequence of resolved events it shifts weight toward the source with the lower loss, so calibration beats either source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are the headline improvements; taller is better. The side panel pre-empts the obvious question — are these reproducible? Yes: fixed seeds and hardcoded starting conditions, no live data leaking into the controlled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 is populated entirely by what discovery returns — nothing is hardcoded. The sanity-band threshold is a tunable design parameter, and I flag that explicitly when presenting: the scanner shows a filtered view, not everything that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I'd want to be asked about. Each has a clean root cause and a fix grounded in how the established industry handles the same edge case. Full write-ups with root-cause analysis are in PROBLEMS_AND_SOLUTIONS.md.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architectural payoff. The interface is three methods; the pipeline is generic. New assets are a classification-pattern change plus a ~20-line class, not a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Invite them to open the live link — the cold start takes about 15 seconds, so pre-warm it before presenting. Thank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cross-market probability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CrowdArb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crowd and the professionals disagree — and why it matters.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
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github.com/Arisrlt46/crowdarb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 Rault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66760" y="187452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EVENT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6676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pPr algn="ctr" indent="0" marL="0">
              <a:buNone/>
            </a:pP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  ·  Polymarket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36676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pPr algn="ctr" indent="0" marL="0">
              <a:buNone/>
            </a:pP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 ·  CME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20 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honest markets, one event, different prices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Sentiment, attention, and real money — but noisy, and often slow to update on hard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 · Deribit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and options priced by institutions — disciplined, but not always where the retail crowd is looking.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disagreement between them is not an error to average away — it is a measurable, tradeable signal.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each contract, blend into one fair value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get_polymarket_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get_professional_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468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503920" y="20116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1B2635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calibrated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blended fair value then drives an inventory-aware market-maker and an online calibrator that learns which source to trust.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layers, one MarketPair interface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013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6916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implied probability from two independent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511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414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244144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Beta-Bernoulli conjugate updating over order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30098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Market-making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19125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Avellaneda-Stoikov inventory-aware quotes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0507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94106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39410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model averaging, online Hedge weights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80060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6908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signal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469087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→ likelihood ratio → Bayesian update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55040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B2635"/>
          </a:solidFill>
          <a:ln w="12700">
            <a:solidFill>
              <a:srgbClr val="3CE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5440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14800" y="544068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readings and scanner labels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0 — probability extraction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event, two independent derivations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 RATES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on CME Fed Funds (ZQ) futures.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the post-meeting rate from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month-average rate, then convert to P(cut).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1B2635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r_after = (r_impl·30 − 17·r_now) / 13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P(cut)  = (r_now − r_after) / 0.25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LEVELS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Black-Scholes N(d2) on the asset's price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level, using Deribit's DVOL implied vol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(90-day realized as fallback).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379476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1B2635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P(reach K) = N(d2)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 = Deribit DVOL  ·  BTC / ETH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month-end the Fed formula switches to the next-month contract to avoid a tiny-denominator blow-up — matching CME's own methodology.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2 — Avellaneda-Stoikov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Inventory-aware quoting cuts P&amp;L variance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 to −60%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variance reduction vs naive symmetric quoting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    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0.6621 → 0.4145   −37.4%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4.4339 → 1.7658   −60.2%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maker computes a reservation price and an optimal two-component spread, then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its quotes against inventory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it never leans too hard on one side. Less one-sided risk means a tighter, steadier P&amp;L.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layer 3 — cross-market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which source to trust, online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92240" y="182880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2377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−9.6%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Brier-score improvement vs the best single 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    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0.2186 → 0.2095   −4.1%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0.0112 → 0.0101   −9.6%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model averaging with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Hedge weights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blends the crowd and professional probabilities, automatically up-weighting whichever has been better calibrated so far. No source is trusted by assumption — it earns its weight.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results — reproducible backtests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from a fixed-seed backtest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83080"/>
            <a:ext cx="3108960" cy="4572000"/>
          </a:xfrm>
          <a:prstGeom prst="roundRect">
            <a:avLst>
              <a:gd name="adj" fmla="val 235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423160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200-step synthetic price series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seeds: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seed=42, p0=0.72  (A-S)
seed=7,  p=0.30   (blend)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inputs fully disconnected from live data — run twice, identical output.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scanner — real-time auto-discovery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live, and ranks by disagreement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~2,100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Polymarket markets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 each refresh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1488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34840" y="3154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types priced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· Bitcoin · Ethereum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1488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38160" y="3154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cache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clears 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classifies each contract, keeps only the priceable ones (volume, expiry, and a Black-Scholes sanity band), builds a MarketPair for each survivor, and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by the crowd-vs-professional gap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biggest disagreements on top, each with a one-line plain-English read.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engineering — problems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interesting part was the debugging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blow-up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2-day signal pulled from a 31-day futures average amplified noise ~15.5×, printing a 174% probability.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the next-month contract when &lt;5 days remain — CME does the same.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reproducibility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"fixed seed" still drifted: the backtest was seeding randomness but pulling its start price from live data.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7992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07992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 BACKTEST_P0; disconnect controlled runs from live data entirely.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8308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41C29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E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sanity band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11312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filter the board surfaced absurd contracts that broke the blender and the maker.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11312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11312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to a 0.5–98% BS band; document the threshold as a tunable design choice.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MarketPair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market is ~20 lines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B2635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market implements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1C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get_polymarket_probability() -&gt; float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get_professional_probability() -&gt; float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metadata() -&gt; dict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run_crowdarb(market)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Layers 1–5 on any MarketPair with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market-specific logic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pipeline body.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small class — Fed, Bitcoin, Ethereum today — and the entire engine works on it automatically.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CrowdArb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1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explainable read on where the crowd and the professionals disagree.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crowdarb.streamlit.app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github.com/Arisrlt46/crowdarb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696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crowdarb</a:t>
            </a:r>
            <a:pPr algn="r" indent="0" marL="0">
              <a:buNone/>
            </a:pPr>
            <a:r>
              <a:rPr lang="en-US" sz="1000" dirty="0">
                <a:solidFill>
                  <a:srgbClr val="3CE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2026-07-18T15:29:37Z</dcterms:created>
  <dcterms:modified xsi:type="dcterms:W3CDTF">2026-07-18T15:29:37Z</dcterms:modified>
</cp:coreProperties>
</file>